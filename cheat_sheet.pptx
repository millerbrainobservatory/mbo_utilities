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mbo_utilities</a:t>
            </a:r>
          </a:p>
          <a:p>
            <a:pPr algn="ctr">
              <a:defRPr sz="2400">
                <a:solidFill>
                  <a:srgbClr val="CCCCCC"/>
                </a:solidFill>
              </a:defRPr>
            </a:pPr>
            <a:r>
              <a:t>Cheat Sheet - Python API, CLI &amp;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Python API: Core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• imread(path)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Lazy-load any supported format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imwrite(arr, path, ext)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Stream-write to disk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get_metadata(path)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Extract file metadata dict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get_voxel_size(path)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Get physical dimensions (µm)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get_files(path)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Discover files with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82296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EC94E"/>
                </a:solidFill>
                <a:latin typeface="Consolas"/>
              </a:defRPr>
            </a:pPr>
            <a:r>
              <a:t># Load data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mbo_utilities import imread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arr = imread('/path/to/data.tiff')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arr = imread('/path/to/raw/')  # ScanImage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4EC94E"/>
                </a:solidFill>
                <a:latin typeface="Consolas"/>
              </a:defRPr>
            </a:pPr>
            <a:r>
              <a:t># Write data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mbo_utilities import imwrite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imwrite(arr, 'out.zarr', ext='.zarr')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imwrite(arr, 'out/', planes=[0,1,2])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4EC94E"/>
                </a:solidFill>
                <a:latin typeface="Consolas"/>
              </a:defRPr>
            </a:pPr>
            <a:r>
              <a:t># Get info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mbo_utilities import get_metadata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meta = get_metadata('/path/to/data')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print(meta['nframes'], meta['shape'])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Python API: Utilities &amp;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• save_mp4(fname, images)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Export video from 3D array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save_png(fname, data)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Save image via matplotlib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norm_minmax(images)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Normalize to 0-1 range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smooth_data(data, window)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Temporal smoothing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subsample_array(arr, factor)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Downsample spatially/temporally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files_to_dask(files)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Build Dask array from files</a:t>
            </a:r>
          </a:p>
          <a:p>
            <a:pPr>
              <a:defRPr sz="1400" b="1">
                <a:solidFill>
                  <a:srgbClr val="00D4FF"/>
                </a:solidFill>
              </a:defRPr>
            </a:pPr>
            <a:r>
              <a:t>• expand_paths(paths)</a:t>
            </a:r>
          </a:p>
          <a:p>
            <a:pPr>
              <a:defRPr sz="1200">
                <a:solidFill>
                  <a:srgbClr val="CCCCCC"/>
                </a:solidFill>
              </a:defRPr>
            </a:pPr>
            <a:r>
              <a:t>   Expand wildcards/lists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82296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EC94E"/>
                </a:solidFill>
                <a:latin typeface="Consolas"/>
              </a:defRPr>
            </a:pPr>
            <a:r>
              <a:t># Video export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mbo_utilities import save_mp4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save_mp4('movie.mp4', arr[:500],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         framerate=30,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         temporal_avg=5)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4EC94E"/>
                </a:solidFill>
                <a:latin typeface="Consolas"/>
              </a:defRPr>
            </a:pPr>
            <a:r>
              <a:t># Dask arrays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mbo_utilities import files_to_dask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darr = files_to_dask(tiff_files,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                     chunk_t=250)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4EC94E"/>
                </a:solidFill>
                <a:latin typeface="Consolas"/>
              </a:defRPr>
            </a:pPr>
            <a:r>
              <a:t># Normalize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from mbo_utilities import norm_minmax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normed = norm_minmax(images)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CLI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mbo view [PATH]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777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Launch GUI 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77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Consolas"/>
              </a:defRPr>
            </a:pPr>
            <a:r>
              <a:t>--roi 0,1  --widget  --metadata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6128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mbo convert IN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612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Convert between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6128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Consolas"/>
              </a:defRPr>
            </a:pPr>
            <a:r>
              <a:t>-e .zarr  -p 0,1,2  --fix-phase  --register-z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4533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mbo info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45336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Show file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45336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Consolas"/>
              </a:defRPr>
            </a:pPr>
            <a:r>
              <a:t>--metadata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2938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mbo scanphase [PATH]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29384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Analyze scan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929384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Consolas"/>
              </a:defRPr>
            </a:pPr>
            <a:r>
              <a:t>-o output/  --format png  --show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31343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mbo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1343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List supported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69747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mbo --download-notebook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79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Get user guide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697479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Consolas"/>
              </a:defRPr>
            </a:pPr>
            <a:r>
              <a:t>[PATH]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264408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4E"/>
                </a:solidFill>
              </a:defRPr>
            </a:pPr>
            <a:r>
              <a:t>Quick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30168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mbo /path/to/data.tiff                    # View TIFF in GUI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22776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mbo convert raw/ out.zarr -e .zarr       # Convert to Zarr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15384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mbo convert data.tiff out/ --fix-phase   # Fix bidirectional scan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0799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mbo view data/ --roi 0,1                 # View specific ROIs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Supported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94E"/>
                </a:solidFill>
              </a:defRPr>
            </a:pPr>
            <a:r>
              <a:t>Input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.tif, .tiff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1430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BigTIFF, OME-TIFF, ScanImage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.zarr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356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Zarr v3, OME-NGFF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.h5, .hdf5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728216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HDF5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082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.bin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20824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Suite2p binary + ops.npy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1343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.npy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1343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NumPy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In-memory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606039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NumPy/Dask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7315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EC94E"/>
                </a:solidFill>
              </a:defRPr>
            </a:pPr>
            <a:r>
              <a:t>Output 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143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.tiff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1430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BigTIFF (streaming write)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43560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.zarr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43560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Zarr v3 with OME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7282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.h5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72821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HDF5 with chunking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02082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.bin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02082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Suite2p binary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3134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.npy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1343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NumPy array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6060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Consolas"/>
              </a:defRPr>
            </a:pPr>
            <a:r>
              <a:t>.mp4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60603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Video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94E"/>
                </a:solidFill>
              </a:defRPr>
            </a:pPr>
            <a:r>
              <a:t>Lazy Array Types (returned by imread)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MboRawArray - Raw ScanImage multi-ROI data with 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5935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TiffArray - Memory-mapped TIFF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15384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ZarrArray - Chunked cloud-ready arrays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71416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Suite2pArray - Suite2p binary with ops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2744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H5Array - HDF5 dataset wrapper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GUI: Preview &amp;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31520"/>
            <a:ext cx="5029200" cy="3840480"/>
          </a:xfrm>
          <a:prstGeom prst="rect">
            <a:avLst/>
          </a:prstGeom>
          <a:solidFill>
            <a:srgbClr val="2D2D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CCCCCC"/>
                </a:solidFill>
              </a:defRPr>
            </a:pPr>
            <a:r>
              <a:t>[Insert screenshot: docs/_images/GUI_Slide1.png]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▸ Image Viewer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FastPlotLib 2D/3D rendering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Frame Navigation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Time slider with playback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Z-Plane Slider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Navigate through planes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Window Functions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mean, max, std, mean-sub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Scan-Phase Correction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Fix bidirectional artifacts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Contrast Controls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V-Min/V-Max adjustment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Summary Stats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Per-plane mean, std, SNR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GUI: Processing &amp;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31520"/>
            <a:ext cx="5029200" cy="3840480"/>
          </a:xfrm>
          <a:prstGeom prst="rect">
            <a:avLst/>
          </a:prstGeom>
          <a:solidFill>
            <a:srgbClr val="2D2D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CCCCCC"/>
                </a:solidFill>
              </a:defRPr>
            </a:pPr>
            <a:r>
              <a:t>[Insert screenshot: docs/_images/GUI_Slide2.png]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▸ Spatial Crop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Select ROI for processing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Suite2p Pipeline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Integrated registration &amp; detection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Registration Settings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Rigid/non-rigid, 1P mode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Save As Dialog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Export to .tiff/.zarr/.h5/.bin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Multi-ROI Support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Process ROIs separately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Suite3D Registration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Axial z-plane alignment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Phase Correction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Bidirectional scan 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GUI: ROI Diagnostics (Suite2p Results)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31520"/>
            <a:ext cx="5029200" cy="3840480"/>
          </a:xfrm>
          <a:prstGeom prst="rect">
            <a:avLst/>
          </a:prstGeom>
          <a:solidFill>
            <a:srgbClr val="2D2D3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CCCCCC"/>
                </a:solidFill>
              </a:defRPr>
            </a:pPr>
            <a:r>
              <a:t>[Insert screenshot: DiagnosticsWidget]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▸ dF/F Traces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Adjustable baseline method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Quality Metrics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SNR, skewness, activity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Filter Histograms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Interactive threshold sliders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Auto-save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Syncs iscell.npy to disk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File Watching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Detects external changes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Suite2p Sync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Bi-directional with GUI</a:t>
            </a:r>
          </a:p>
          <a:p>
            <a:pPr>
              <a:defRPr sz="1300" b="1">
                <a:solidFill>
                  <a:srgbClr val="00D4FF"/>
                </a:solidFill>
              </a:defRPr>
            </a:pPr>
            <a:r>
              <a:t>▸ ROI Statistics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Detailed per-ROI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